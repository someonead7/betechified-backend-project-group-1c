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P0BMw/RrSgY9PZe+4rwIVXxm/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59602E-C4F0-453A-BA84-2376CA9D8608}">
  <a:tblStyle styleId="{C559602E-C4F0-453A-BA84-2376CA9D86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d3da313bd0dae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hd3da313bd0dae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hd3da313bd0dae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" name="Google Shape;17;hd3da313bd0dae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Project logic: request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1371600"/>
            <a:ext cx="1463040" cy="822960"/>
          </a:xfrm>
          <a:prstGeom prst="roundRect">
            <a:avLst>
              <a:gd fmla="val 11111" name="adj"/>
            </a:avLst>
          </a:prstGeom>
          <a:solidFill>
            <a:srgbClr val="EEF1FB"/>
          </a:solidFill>
          <a:ln cap="flat" cmpd="sng" w="12700">
            <a:solidFill>
              <a:srgbClr val="EE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 txBox="1"/>
          <p:nvPr/>
        </p:nvSpPr>
        <p:spPr>
          <a:xfrm>
            <a:off x="548640" y="137160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Client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2194560" y="1371600"/>
            <a:ext cx="1463040" cy="822960"/>
          </a:xfrm>
          <a:prstGeom prst="roundRect">
            <a:avLst>
              <a:gd fmla="val 11111" name="adj"/>
            </a:avLst>
          </a:prstGeom>
          <a:solidFill>
            <a:srgbClr val="EEF1FB"/>
          </a:solidFill>
          <a:ln cap="flat" cmpd="sng" w="12700">
            <a:solidFill>
              <a:srgbClr val="EE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 txBox="1"/>
          <p:nvPr/>
        </p:nvSpPr>
        <p:spPr>
          <a:xfrm>
            <a:off x="2194560" y="137160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express.json()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840480" y="1371600"/>
            <a:ext cx="1463040" cy="822960"/>
          </a:xfrm>
          <a:prstGeom prst="roundRect">
            <a:avLst>
              <a:gd fmla="val 11111" name="adj"/>
            </a:avLst>
          </a:prstGeom>
          <a:solidFill>
            <a:srgbClr val="EEF1FB"/>
          </a:solidFill>
          <a:ln cap="flat" cmpd="sng" w="12700">
            <a:solidFill>
              <a:srgbClr val="EE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3840480" y="137160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Validation middleware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0" y="1371600"/>
            <a:ext cx="1463040" cy="822960"/>
          </a:xfrm>
          <a:prstGeom prst="roundRect">
            <a:avLst>
              <a:gd fmla="val 11111" name="adj"/>
            </a:avLst>
          </a:prstGeom>
          <a:solidFill>
            <a:srgbClr val="EEF1FB"/>
          </a:solidFill>
          <a:ln cap="flat" cmpd="sng" w="12700">
            <a:solidFill>
              <a:srgbClr val="EE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5486400" y="137160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Route handler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132320" y="1371600"/>
            <a:ext cx="1463040" cy="822960"/>
          </a:xfrm>
          <a:prstGeom prst="roundRect">
            <a:avLst>
              <a:gd fmla="val 11111" name="adj"/>
            </a:avLst>
          </a:prstGeom>
          <a:solidFill>
            <a:srgbClr val="EEF1FB"/>
          </a:solidFill>
          <a:ln cap="flat" cmpd="sng" w="12700">
            <a:solidFill>
              <a:srgbClr val="EE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7132320" y="137160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JSON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Middleware runs first: it rejects with 400 or calls next().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Handlers read or change the tasks array, then respond.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Unknown ids return 404; unexpected errors reach the error handler (500).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Data lives in memory, so it resets when the server restarts.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Data model and 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id: number, unique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title: string, required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description: string, required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status: "pending" or "completed" (case-insensitive check)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2A4E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Create requires all three fields; update checks status only if sent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" name="Google Shape;48;p4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{C559602E-C4F0-453A-BA84-2376CA9D8608}</a:tableStyleId>
              </a:tblPr>
              <a:tblGrid>
                <a:gridCol w="1280150"/>
                <a:gridCol w="2560325"/>
                <a:gridCol w="3108950"/>
                <a:gridCol w="1097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B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all tasks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/api/tasks/:id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one task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(validated)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/api/tasks/:id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 a task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/api/tasks/:id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update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/api/tasks/:id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 a task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B2A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A4E"/>
                </a:solidFill>
                <a:latin typeface="Calibri"/>
                <a:ea typeface="Calibri"/>
                <a:cs typeface="Calibri"/>
                <a:sym typeface="Calibri"/>
              </a:rPr>
              <a:t>Status codes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status codes tell the client what happened: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success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204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deleted, with no body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client sent bad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404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task was not found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server failed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B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2026-09-29T17:54:49Z</dcterms:created>
  <dc:creator>PptxGenJS</dc:creator>
</cp:coreProperties>
</file>